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1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37160"/>
            <a:ext cx="12191695" cy="6858000"/>
          </a:xfrm>
          <a:prstGeom prst="rect">
            <a:avLst/>
          </a:prstGeom>
          <a:solidFill>
            <a:srgbClr val="16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052560" y="-548640"/>
            <a:ext cx="3840480" cy="3840480"/>
          </a:xfrm>
          <a:prstGeom prst="ellipse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966960" y="4389120"/>
            <a:ext cx="2560320" cy="2560320"/>
          </a:xfrm>
          <a:prstGeom prst="ellipse">
            <a:avLst/>
          </a:prstGeom>
          <a:solidFill>
            <a:srgbClr val="20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0265" y="2859717"/>
            <a:ext cx="9274014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/>
              <a:t>PLANAI</a:t>
            </a:r>
          </a:p>
          <a:p>
            <a:pPr>
              <a:defRPr sz="2600" b="1">
                <a:solidFill>
                  <a:srgbClr val="E1EBFF"/>
                </a:solidFill>
              </a:defRPr>
            </a:pPr>
            <a:r>
              <a:rPr dirty="0"/>
              <a:t>An AI-Powered Automated Building Floor Plan Generation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B"/>
                </a:solidFill>
                <a:latin typeface="Aptos Display"/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  <a:latin typeface="Aptos"/>
              </a:defRPr>
            </a:pPr>
            <a:r>
              <a:t>Why an intelligent floor-plan generation system is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92024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Existing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t>Traditional floor-plan creation depends heavily on architects, manual drafting and repeated revisions. CAD/BIM tools improve drafting but do not autonomously interpret requirements, optimize layouts or remove continuous human decision-making.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303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73152" cy="1920240"/>
          </a:xfrm>
          <a:prstGeom prst="rect">
            <a:avLst/>
          </a:prstGeom>
          <a:solidFill>
            <a:srgbClr val="20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8191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Proposed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75688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t>PlanAI converts structured user requirements into optimized, validated building layouts using generative AI, rule-based validation, spatial optimization and real-time visualization.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57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657600"/>
            <a:ext cx="73152" cy="18288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82219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Automate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15968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t>Generate conceptual layouts from plot dimensions, rooms, floors and preferences.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657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3657600"/>
            <a:ext cx="73152" cy="1828800"/>
          </a:xfrm>
          <a:prstGeom prst="rect">
            <a:avLst/>
          </a:prstGeom>
          <a:solidFill>
            <a:srgbClr val="20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720" y="382219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315968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t>Check room sizes, circulation, adjacency and boundary constraints.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3657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2440" y="3657600"/>
            <a:ext cx="73152" cy="18288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382219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Visualize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315968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t>Provide 2D blueprint-style plans and interactive 3D models.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8992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B"/>
                </a:solidFill>
                <a:latin typeface="Aptos Display"/>
              </a:defRPr>
            </a:pPr>
            <a:r>
              <a:t>System Architecture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  <a:latin typeface="Aptos"/>
              </a:defRPr>
            </a:pPr>
            <a:r>
              <a:t>Requirement-driven, modular and cloud-based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73152" cy="1874519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73351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User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67128"/>
            <a:ext cx="155448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t>Plot, floors,</a:t>
            </a:r>
            <a:br/>
            <a:r>
              <a:t>rooms, preferences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87168" y="2176272"/>
            <a:ext cx="320040" cy="411480"/>
          </a:xfrm>
          <a:prstGeom prst="rightArrow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34639" y="150876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34639" y="1508760"/>
            <a:ext cx="73152" cy="1874519"/>
          </a:xfrm>
          <a:prstGeom prst="rect">
            <a:avLst/>
          </a:prstGeom>
          <a:solidFill>
            <a:srgbClr val="20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63239" y="1673351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Requirement</a:t>
            </a:r>
            <a:br/>
            <a:r>
              <a:t>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39" y="2167128"/>
            <a:ext cx="155448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t>Structured</a:t>
            </a:r>
            <a:br/>
            <a:r>
              <a:t>constraints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18888" y="2176272"/>
            <a:ext cx="320040" cy="411480"/>
          </a:xfrm>
          <a:prstGeom prst="rightArrow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66359" y="150876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66359" y="1508760"/>
            <a:ext cx="73152" cy="1874519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94959" y="1673351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Generative AI /</a:t>
            </a:r>
            <a:br/>
            <a:r>
              <a:t>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59" y="2167128"/>
            <a:ext cx="155448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t>Structured JSON</a:t>
            </a:r>
            <a:br/>
            <a:r>
              <a:t>layout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50607" y="2176272"/>
            <a:ext cx="320040" cy="411480"/>
          </a:xfrm>
          <a:prstGeom prst="rightArrow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98079" y="150876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98079" y="1508760"/>
            <a:ext cx="73152" cy="1874519"/>
          </a:xfrm>
          <a:prstGeom prst="rect">
            <a:avLst/>
          </a:prstGeom>
          <a:solidFill>
            <a:srgbClr val="20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26679" y="1673351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Validation +</a:t>
            </a:r>
            <a:br/>
            <a:r>
              <a:t>Optimization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2167128"/>
            <a:ext cx="155448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t>Rules + space</a:t>
            </a:r>
            <a:br/>
            <a:r>
              <a:t>utilization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82328" y="2176272"/>
            <a:ext cx="320040" cy="411480"/>
          </a:xfrm>
          <a:prstGeom prst="rightArrow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829800" y="150876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829800" y="1508760"/>
            <a:ext cx="73152" cy="1874519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0" y="1673351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Visualization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167128"/>
            <a:ext cx="155448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t>2D blueprint +</a:t>
            </a:r>
            <a:br/>
            <a:r>
              <a:t>interactive 3D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8862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3886200"/>
            <a:ext cx="73152" cy="15087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05079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544568"/>
            <a:ext cx="2971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t>React + TypeScript + Tailwind CSS</a:t>
            </a:r>
            <a:br/>
            <a:r>
              <a:t>Vite, React Router, TanStack React Query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38862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89120" y="3886200"/>
            <a:ext cx="73152" cy="1508760"/>
          </a:xfrm>
          <a:prstGeom prst="rect">
            <a:avLst/>
          </a:prstGeom>
          <a:solidFill>
            <a:srgbClr val="20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17720" y="405079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Backend &amp;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544568"/>
            <a:ext cx="2971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t>Supabase / PostgreSQL-compatible backend</a:t>
            </a:r>
            <a:br/>
            <a:r>
              <a:t>Authentication + serverless edge functions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92440" y="3886200"/>
            <a:ext cx="73152" cy="15087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21040" y="405079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AI &amp; Visualization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544568"/>
            <a:ext cx="2971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t>LLM API + structured prompting</a:t>
            </a:r>
            <a:br/>
            <a:r>
              <a:t>SVG/canvas 2D + Three.js / React Three Fiber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78992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B"/>
                </a:solidFill>
                <a:latin typeface="Aptos Display"/>
              </a:defRPr>
            </a:pPr>
            <a:r>
              <a:t>Design &amp; Generation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  <a:latin typeface="Aptos"/>
              </a:defRPr>
            </a:pPr>
            <a:r>
              <a:t>From planning requirements to a usable preliminary floor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984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73152" cy="804672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90472"/>
            <a:ext cx="103327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1. Collect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347" y="1819656"/>
            <a:ext cx="1028700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rPr dirty="0"/>
              <a:t>Plot length/width, floors, bedrooms, bathrooms, kitchen, living/dining, staircase and preferences.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67712"/>
            <a:ext cx="106984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267712"/>
            <a:ext cx="73152" cy="804672"/>
          </a:xfrm>
          <a:prstGeom prst="rect">
            <a:avLst/>
          </a:prstGeom>
          <a:solidFill>
            <a:srgbClr val="20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432304"/>
            <a:ext cx="103327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2. Generate Structured Layout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6604" y="2816352"/>
            <a:ext cx="1028700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rPr dirty="0"/>
              <a:t>LLM is prompted to return machine-readable JSON containing room coordinates, dimensions, adjacency and floor mapping.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09544"/>
            <a:ext cx="106984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3209544"/>
            <a:ext cx="73152" cy="804672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374136"/>
            <a:ext cx="103327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3. Validate 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" y="3703320"/>
            <a:ext cx="10287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rPr dirty="0"/>
              <a:t>Rule engine checks minimum room size, circulation width, logical adjacency and boundary compliance.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51376"/>
            <a:ext cx="106984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151376"/>
            <a:ext cx="73152" cy="804672"/>
          </a:xfrm>
          <a:prstGeom prst="rect">
            <a:avLst/>
          </a:prstGeom>
          <a:solidFill>
            <a:srgbClr val="20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315968"/>
            <a:ext cx="103327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4. Optimize 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" y="4636401"/>
            <a:ext cx="1028700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rPr dirty="0"/>
              <a:t>Gap detection and spatial adjustment improve plot coverage, zoning and circulation efficiency.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093208"/>
            <a:ext cx="106984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5093208"/>
            <a:ext cx="73152" cy="804672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257800"/>
            <a:ext cx="103327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5. Render &amp; 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347" y="5639488"/>
            <a:ext cx="1028700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rPr dirty="0"/>
              <a:t>Validated coordinates are converted into 2D blueprint-style output, interactive 3D visualization and PDF export.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8992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B"/>
                </a:solidFill>
                <a:latin typeface="Aptos Display"/>
              </a:defRPr>
            </a:pPr>
            <a:r>
              <a:t>Key Features &amp;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  <a:latin typeface="Aptos"/>
              </a:defRPr>
            </a:pPr>
            <a:r>
              <a:t>Core capabilities supporting practical conceptual 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41732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AI-Driven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t>Dynamic room arrangement based on user requirements rather than fixed templates.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1417320"/>
          </a:xfrm>
          <a:prstGeom prst="rect">
            <a:avLst/>
          </a:prstGeom>
          <a:solidFill>
            <a:srgbClr val="20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490472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Architectural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8424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t>Minimum dimensions, circulation, adjacency and boundary checks.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141732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490472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Space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8424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t>Detects inefficient/unused areas and improves functional zoning.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632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063240"/>
            <a:ext cx="73152" cy="1417320"/>
          </a:xfrm>
          <a:prstGeom prst="rect">
            <a:avLst/>
          </a:prstGeom>
          <a:solidFill>
            <a:srgbClr val="20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227832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Multi-Floor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72160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t>Floor-wise mapping supports buildings with more than one level.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0632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43400" y="3063240"/>
            <a:ext cx="73152" cy="141732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227832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2D + 3D Visualization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72160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t>Blueprint-style 2D output plus browser-based interactive 3D.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0632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20" y="3063240"/>
            <a:ext cx="73152" cy="1417320"/>
          </a:xfrm>
          <a:prstGeom prst="rect">
            <a:avLst/>
          </a:prstGeom>
          <a:solidFill>
            <a:srgbClr val="20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20" y="3227832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Secure Cloud 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72160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t>Authenticated users can save, retrieve and export generated plans.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1600" y="4983480"/>
            <a:ext cx="9144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371600" y="4983480"/>
            <a:ext cx="73152" cy="86868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31620" y="5020056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rPr dirty="0"/>
              <a:t>Database Entities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367528"/>
            <a:ext cx="873252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rPr dirty="0"/>
              <a:t>User → </a:t>
            </a:r>
            <a:r>
              <a:rPr dirty="0" err="1"/>
              <a:t>Saved_Plan</a:t>
            </a:r>
            <a:r>
              <a:rPr dirty="0"/>
              <a:t> (plan ID, user ID, plot dimensions, floors, rooms, layout JSON, efficiency score, timestamp)  |  Optional: </a:t>
            </a:r>
            <a:r>
              <a:rPr dirty="0" err="1"/>
              <a:t>Plan_Metadata</a:t>
            </a:r>
            <a:r>
              <a:rPr dirty="0"/>
              <a:t>, </a:t>
            </a:r>
            <a:r>
              <a:rPr dirty="0" err="1"/>
              <a:t>System_Logs</a:t>
            </a:r>
            <a:endParaRPr dirty="0"/>
          </a:p>
        </p:txBody>
      </p:sp>
      <p:sp>
        <p:nvSpPr>
          <p:cNvPr id="33" name="Rectangle 32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78992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B"/>
                </a:solidFill>
                <a:latin typeface="Aptos Display"/>
              </a:defRPr>
            </a:pPr>
            <a:r>
              <a:t>Testing, Implementation &amp;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  <a:latin typeface="Aptos"/>
              </a:defRPr>
            </a:pPr>
            <a:r>
              <a:t>Ensuring correctness, reliability and usability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8288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5819" y="1380744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rPr dirty="0"/>
              <a:t>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14500"/>
            <a:ext cx="30632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rPr dirty="0"/>
              <a:t>• Unit testing of input validation, LLM invocation, validation, optimization and visualization</a:t>
            </a:r>
            <a:br>
              <a:rPr dirty="0"/>
            </a:br>
            <a:r>
              <a:rPr dirty="0"/>
              <a:t>• Integration testing across frontend, backend, LLM and database</a:t>
            </a:r>
            <a:br>
              <a:rPr dirty="0"/>
            </a:br>
            <a:r>
              <a:rPr dirty="0"/>
              <a:t>• Functional, performance, usability and error-handling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325880"/>
            <a:ext cx="73152" cy="1828800"/>
          </a:xfrm>
          <a:prstGeom prst="rect">
            <a:avLst/>
          </a:prstGeom>
          <a:solidFill>
            <a:srgbClr val="20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6571" y="1389888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rPr dirty="0"/>
              <a:t>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714500"/>
            <a:ext cx="30632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rPr dirty="0"/>
              <a:t>• React + TypeScript interface</a:t>
            </a:r>
            <a:br>
              <a:rPr dirty="0"/>
            </a:br>
            <a:r>
              <a:rPr dirty="0"/>
              <a:t>• Cloud database, authentication and serverless functions</a:t>
            </a:r>
            <a:br>
              <a:rPr dirty="0"/>
            </a:br>
            <a:r>
              <a:rPr dirty="0"/>
              <a:t>• Secure LLM API integration</a:t>
            </a:r>
            <a:br>
              <a:rPr dirty="0"/>
            </a:br>
            <a:r>
              <a:rPr dirty="0"/>
              <a:t>• Coordinate-based 2D/3D rendering</a:t>
            </a:r>
            <a:br>
              <a:rPr dirty="0"/>
            </a:br>
            <a:r>
              <a:rPr dirty="0"/>
              <a:t>• HTTPS and environment-variable configuration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1325880"/>
            <a:ext cx="73152" cy="18288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0183" y="149047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rPr dirty="0"/>
              <a:t>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7323" y="1907851"/>
            <a:ext cx="30632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rPr dirty="0"/>
              <a:t>• 2D blueprint-style floor plan</a:t>
            </a:r>
            <a:br>
              <a:rPr dirty="0"/>
            </a:br>
            <a:r>
              <a:rPr dirty="0"/>
              <a:t>• Interactive 3D building visualization</a:t>
            </a:r>
            <a:br>
              <a:rPr dirty="0"/>
            </a:br>
            <a:r>
              <a:rPr dirty="0"/>
              <a:t>• PDF export</a:t>
            </a:r>
            <a:br>
              <a:rPr dirty="0"/>
            </a:br>
            <a:r>
              <a:rPr dirty="0"/>
              <a:t>• Optional built-up area, utilization and efficiency metrics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3657600"/>
            <a:ext cx="47548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37947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7D"/>
                </a:solidFill>
              </a:defRPr>
            </a:pPr>
            <a:r>
              <a:t>2D BLUEPRINT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4251960"/>
            <a:ext cx="1325880" cy="594360"/>
          </a:xfrm>
          <a:prstGeom prst="rect">
            <a:avLst/>
          </a:prstGeom>
          <a:solidFill>
            <a:srgbClr val="F4F7FB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651760" y="4251960"/>
            <a:ext cx="1463040" cy="594360"/>
          </a:xfrm>
          <a:prstGeom prst="rect">
            <a:avLst/>
          </a:prstGeom>
          <a:solidFill>
            <a:srgbClr val="F4F7FB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80160" y="4892040"/>
            <a:ext cx="1920240" cy="502920"/>
          </a:xfrm>
          <a:prstGeom prst="rect">
            <a:avLst/>
          </a:prstGeom>
          <a:solidFill>
            <a:srgbClr val="F4F7FB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46120" y="4892040"/>
            <a:ext cx="1097280" cy="502920"/>
          </a:xfrm>
          <a:prstGeom prst="rect">
            <a:avLst/>
          </a:prstGeom>
          <a:solidFill>
            <a:srgbClr val="F4F7FB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80" y="3657600"/>
            <a:ext cx="47548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2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37947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7D"/>
                </a:solidFill>
              </a:defRPr>
            </a:pPr>
            <a:r>
              <a:t>3D VISUALIZATION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4709160"/>
            <a:ext cx="2468880" cy="594360"/>
          </a:xfrm>
          <a:prstGeom prst="rect">
            <a:avLst/>
          </a:prstGeom>
          <a:solidFill>
            <a:srgbClr val="F4F7FB"/>
          </a:solidFill>
          <a:ln>
            <a:solidFill>
              <a:srgbClr val="209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69480" y="4206240"/>
            <a:ext cx="594360" cy="502920"/>
          </a:xfrm>
          <a:prstGeom prst="rect">
            <a:avLst/>
          </a:prstGeom>
          <a:solidFill>
            <a:srgbClr val="F4F7FB"/>
          </a:solidFill>
          <a:ln>
            <a:solidFill>
              <a:srgbClr val="209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01000" y="4206240"/>
            <a:ext cx="594360" cy="502920"/>
          </a:xfrm>
          <a:prstGeom prst="rect">
            <a:avLst/>
          </a:prstGeom>
          <a:solidFill>
            <a:srgbClr val="F4F7FB"/>
          </a:solidFill>
          <a:ln>
            <a:solidFill>
              <a:srgbClr val="209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732520" y="4206240"/>
            <a:ext cx="594360" cy="502920"/>
          </a:xfrm>
          <a:prstGeom prst="rect">
            <a:avLst/>
          </a:prstGeom>
          <a:solidFill>
            <a:srgbClr val="F4F7FB"/>
          </a:solidFill>
          <a:ln>
            <a:solidFill>
              <a:srgbClr val="209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78992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Conclusion &amp; Future 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51206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508760"/>
            <a:ext cx="73152" cy="35661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73351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67128"/>
            <a:ext cx="470915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t>PlanAI demonstrates how generative AI, deterministic rule-based validation, spatial optimization and modern web technologies can automate conceptual building-plan generation.</a:t>
            </a:r>
            <a:br/>
            <a:br/>
            <a:r>
              <a:t>The system reduces early-stage drafting effort while providing structured, validated layouts and dual 2D/3D visualization. It is intended as a decision-support and rapid-prototyping tool, not a replacement for licensed architects or structural engineers.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1206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508760"/>
            <a:ext cx="73152" cy="3566160"/>
          </a:xfrm>
          <a:prstGeom prst="rect">
            <a:avLst/>
          </a:prstGeom>
          <a:solidFill>
            <a:srgbClr val="209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73351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23B"/>
                </a:solidFill>
              </a:defRPr>
            </a:pPr>
            <a: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67128"/>
            <a:ext cx="470915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2D3A"/>
                </a:solidFill>
              </a:defRPr>
            </a:pPr>
            <a:r>
              <a:t>• Structural load and foundation analysis</a:t>
            </a:r>
            <a:br/>
            <a:r>
              <a:t>• Electrical, plumbing and HVAC planning</a:t>
            </a:r>
            <a:br/>
            <a:r>
              <a:t>• Cost estimation and material recommendations</a:t>
            </a:r>
            <a:br/>
            <a:r>
              <a:t>• DXF/DWG CAD export</a:t>
            </a:r>
            <a:br/>
            <a:r>
              <a:t>• Regional building-code compliance</a:t>
            </a:r>
            <a:br/>
            <a:r>
              <a:t>• Domain-specific AI fine-tuning</a:t>
            </a:r>
            <a:br/>
            <a:r>
              <a:t>• Real-time collaborative design</a:t>
            </a:r>
            <a:br/>
            <a:r>
              <a:t>• AR/VR visualization and improved mobile responsiveness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5328" y="5623560"/>
            <a:ext cx="16394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/>
              <a:t>Thank </a:t>
            </a:r>
            <a:r>
              <a:t>You  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711</Words>
  <Application>Microsoft Office PowerPoint</Application>
  <PresentationFormat>Widescreen</PresentationFormat>
  <Paragraphs>82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archanaarchu1304@gmail.com</cp:lastModifiedBy>
  <cp:revision>3</cp:revision>
  <dcterms:created xsi:type="dcterms:W3CDTF">2013-01-27T09:14:16Z</dcterms:created>
  <dcterms:modified xsi:type="dcterms:W3CDTF">2026-10-28T06:46:00Z</dcterms:modified>
  <cp:category/>
</cp:coreProperties>
</file>